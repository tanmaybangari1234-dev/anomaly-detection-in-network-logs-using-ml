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30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c56e03a775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c56e03a775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c56e03a775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c56e03a775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c56e03a775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c56e03a775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c56e03a775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c56e03a775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c56e03a775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c56e03a775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c56e03a775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c56e03a775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56e03a775_0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c56e03a775_0_2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c56e03a775_0_2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c56e03a775_0_2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c56e03a775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c56e03a775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56e03a775_0_2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c56e03a775_0_2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c56e03a775_0_2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c56e03a775_0_2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c56e03a775_0_2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c56e03a775_0_2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c56e03a775_0_2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c56e03a775_0_2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c56e03a775_0_2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c56e03a775_0_2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c56e03a775_0_2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c56e03a775_0_2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c56e03a775_0_2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c56e03a775_0_2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c56e03a775_0_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c56e03a775_0_2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t="10" b="10"/>
          <a:stretch/>
        </p:blipFill>
        <p:spPr>
          <a:xfrm>
            <a:off x="-35700" y="0"/>
            <a:ext cx="9210675" cy="51439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7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8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9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0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21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2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3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4"/>
          <p:cNvPicPr preferRelativeResize="0"/>
          <p:nvPr/>
        </p:nvPicPr>
        <p:blipFill rotWithShape="1">
          <a:blip r:embed="rId3">
            <a:alphaModFix/>
          </a:blip>
          <a:srcRect t="10" b="10"/>
          <a:stretch/>
        </p:blipFill>
        <p:spPr>
          <a:xfrm>
            <a:off x="-21524" y="0"/>
            <a:ext cx="9210675" cy="51439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5"/>
          <p:cNvPicPr preferRelativeResize="0"/>
          <p:nvPr/>
        </p:nvPicPr>
        <p:blipFill rotWithShape="1">
          <a:blip r:embed="rId3">
            <a:alphaModFix/>
          </a:blip>
          <a:srcRect t="10" b="10"/>
          <a:stretch/>
        </p:blipFill>
        <p:spPr>
          <a:xfrm>
            <a:off x="-35700" y="0"/>
            <a:ext cx="9210675" cy="51439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6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7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8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4587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9"/>
          <p:cNvSpPr txBox="1">
            <a:spLocks noGrp="1"/>
          </p:cNvSpPr>
          <p:nvPr>
            <p:ph type="title"/>
          </p:nvPr>
        </p:nvSpPr>
        <p:spPr>
          <a:xfrm>
            <a:off x="2212475" y="819350"/>
            <a:ext cx="4432800" cy="3786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700">
                <a:solidFill>
                  <a:schemeClr val="lt1"/>
                </a:solidFill>
              </a:rPr>
              <a:t>Thank </a:t>
            </a:r>
            <a:endParaRPr sz="6700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700">
                <a:solidFill>
                  <a:schemeClr val="lt1"/>
                </a:solidFill>
              </a:rPr>
              <a:t>You</a:t>
            </a:r>
            <a:endParaRPr sz="6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On-screen Show (16:9)</PresentationFormat>
  <Paragraphs>2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Tanmay Singh Bangari</cp:lastModifiedBy>
  <cp:revision>1</cp:revision>
  <dcterms:modified xsi:type="dcterms:W3CDTF">2026-03-10T14:58:22Z</dcterms:modified>
</cp:coreProperties>
</file>